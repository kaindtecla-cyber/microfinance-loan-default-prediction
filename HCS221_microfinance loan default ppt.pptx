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3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33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Microfinance Loan Default Prediction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HCS221 Machine Learning — Final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 Munhundiripo  |  Great Zimbabwe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and mobile-money lenders (e.g. EcoCash loans) face high default rates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decisions often rely on blunt, rule-based cutoffs (fixed income thresholds)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miss interacting risk signals — repayment history, debt burden, income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creditworthy borrowers excluded; risky borrowers still approved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problem type: supervised classification  |  Target: Defaulted vs Repaid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Ethics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Some Credit" dataset (Kaggle) — 150,000 rows, 12 columns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anonymised, no personally identifiable information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proxy — real Zimbabwean lending data was not accessible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patterns may not transfer directly to local borrowers without retraining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 (19.8% missing) → filled with median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NumberOfDependents (2.6% missing) → filled with 0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 = 0 records removed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 columns: error-code value 98 replaced with median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split, stratified on target (class imbalance: ~93% repaid / 7% default)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is heavily imbalanced (~93% repaid vs ~7% default)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debt ratio, and credit utilisation are heavily right-skewed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and debt ratio all show visible separation by default status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guided which features to engineer next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TotalPastDue — sum of all three past-due payment columns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IncomePerDependent — income adjusted for household size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AgeGroup — age binned into six bands, numerically encoded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LogMonthlyIncome / LogDebtRatio — log-transformed to reduce outlier skew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set: 13 features (up from 10)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Trained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 — simple, interpretable linear model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(main model) — captures non-linear feature interactions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 used to address the 93/7 class imbalance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23774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(Default class)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3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selected: catches more than double the defaulters (recall) and ranks risk better overall (ROC-AUC), despite lower raw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Ethics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dataset (US context) — would need local retraining before real use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still misses ~64% of actual defaulters — needs improvement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not audited for bias against age or income groups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Random Forest is less explainable than Logistic Regression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production-ready — proof of concept only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Loan Default Prediction — HCS221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455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</cp:revision>
  <dcterms:created xsi:type="dcterms:W3CDTF">2026-10-02T00:51:12Z</dcterms:created>
  <dcterms:modified xsi:type="dcterms:W3CDTF">2026-10-09T17:39:27Z</dcterms:modified>
</cp:coreProperties>
</file>